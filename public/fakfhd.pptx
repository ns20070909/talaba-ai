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va Kiberxavfsizlik Investitsiyalari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55</c:v>
                </c:pt>
                <c:pt idx="2">
                  <c:v>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2-1.jpeg"/><Relationship Id="rId3" Type="http://schemas.openxmlformats.org/officeDocument/2006/relationships/image" Target="../media/image-2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73543/pexels-photo-373543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Raqamli Innovatsiyaning Kelajagi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Raqamli innovatsiyalar dunyoni o‘zgartirib, yangi imkoniyatlar va chaqiriqlarni keltirib chiqarmoqda. Ushbu taqdimot texnologik taraqqiyotning asosiy yo‘nalishlarini ko‘rib chiqadi.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8108675/pexels-photo-8108675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Asosiy Texnologik Tendentsiyalar va Ularning Ta'siri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Hozirgi davrda bir qancha asosiy texnologik tendentsiyalar rivojlanishning harakatlantiruvchi kuchidir. Bular global iqtisodiyot va jamiyatga katta ta'sir ko‘rsatmoqda, samaradorlikni oshirmoqda va yangi modellar yaratmoqda.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Sun'iy intellekt (AI) va Mashinani o‘rganish: Avtomatlashtirish va shaxsiylashtirishda inqilob. 🚀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Kvant hisoblash: Murakkab muammolarni hal qilishda ulkan salohiyat. ⚛️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Kiberxavfsizlik: Raqamli aktivlarni himoya qilishning ustuvorligi. 🛡️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3B82F6">
              <a:alpha val="8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Jahon iqtisodiy forumining ma’lumotlariga ko‘ra, 2025 yilga kelib 85 million ish o‘rni avtomatlashtirish tomonidan egallanadi, biroq 97 million yangi ish o‘rni yaratiladi.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498080" y="3291840"/>
          <a:ext cx="2560320" cy="1188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686800" y="3017520"/>
            <a:ext cx="0" cy="7315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09728" cy="10972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5" name="Image 1" descr="https://images.pexels.com/photos/8108675/pexels-photo-8108675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325880"/>
            <a:ext cx="100584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fakfhd</dc:title>
  <dc:subject>fakfhd</dc:subject>
  <dc:creator>Talaba AI</dc:creator>
  <cp:lastModifiedBy>Talaba AI</cp:lastModifiedBy>
  <cp:revision>1</cp:revision>
  <dcterms:created xsi:type="dcterms:W3CDTF">2026-06-18T14:14:57Z</dcterms:created>
  <dcterms:modified xsi:type="dcterms:W3CDTF">2026-06-18T14:14:57Z</dcterms:modified>
</cp:coreProperties>
</file>