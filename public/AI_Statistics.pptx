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Startaplar O'sishi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2020</c:v>
                  </c:pt>
                  <c:pt idx="1">
                    <c:v>2022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Ish o'rinlari Dinamikasi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Yo'qoladigan</c:v>
                  </c:pt>
                  <c:pt idx="1">
                    <c:v>O'zgaradigan</c:v>
                  </c:pt>
                  <c:pt idx="2">
                    <c:v>Yangi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60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Yakuniy Samaradorlik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jpeg"/><Relationship Id="rId3" Type="http://schemas.openxmlformats.org/officeDocument/2006/relationships/image" Target="../media/image-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jpeg"/><Relationship Id="rId3" Type="http://schemas.openxmlformats.org/officeDocument/2006/relationships/image" Target="../media/image-4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jpeg"/><Relationship Id="rId3" Type="http://schemas.openxmlformats.org/officeDocument/2006/relationships/image" Target="../media/image-5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Intellekt: Global Statistik Tahlil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inqilobi raqamli iqtisodiyotni qayta shakllantirmoqda. Kelajak texnologiyalari va ma'lumotlar tahlili orqali yangi imkoniyatlar davri boshlanmoqda.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7141317/pexels-photo-2714131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1" descr="https://images.pexels.com/photos/27141317/pexels-photo-27141317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4389120" cy="4389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03520" y="59436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69280" y="8229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Korxonalarda AI Integratsiyasi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66928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Zamonaviy kompaniyalar samaradorlikni oshirish uchun AI algoritmlaridan keng foydalanmoqda 🚀.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Avtomatlashtirilgan mijozlar xizmati.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Bashoratli tahlil (Predictive Analytics).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Operatsion xarajatlarni qisqartirish.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9746597/pexels-photo-2974659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Texnologik Rivojlanish Bosqichlari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evolyutsiyasi oddiy kodlardan murakkab neyron tarmoqlariga qadar tez rivojlandi 🧪.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Mashinali o'rganish (Machine Learning) davri.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Katta til modellari (LLMs) portlashi.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Agentli tizimlar va avtonomiya.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Hozirda dunyo bo'ylab AI startaplari soni 50 mingdan oshdi.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https://images.pexels.com/photos/29746597/pexels-photo-29746597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6706008/pexels-photo-670600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Ishchi Kuchiga Ta'siri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inson o'rnini bosishdan ko'ra, inson salohiyatini kuchaytiruvchi vosita sifatida qaralmoqda 📈.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Kelgusi 5 yil ichida 85 million ish o'rni AI tufayli o'zgaradi, biroq 97 million yangi rol paydo bo'ladi.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0" y="14630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18288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704088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Metric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1" descr="https://images.pexels.com/photos/6706008/pexels-photo-6706008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5626518/pexels-photo-2562651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AI Kelajagi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- bu shunchaki trend emas, balki global taraqqiyotning asosi. Biz raqamli asrda innovatsiyalar tezligini boshqarishimiz kerak 🌍.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Doimiy ta'lim va ko'nikmalarni yangilash.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Etik va xavfsiz AI rivojlantirish.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hamkorlikni kuchaytirish.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AI texnologiyalari global samaradorlikni 1.5% ga oshirmoqda.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https://images.pexels.com/photos/25626518/pexels-photo-25626518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Statistics</dc:title>
  <dc:subject>AI Statistics</dc:subject>
  <dc:creator>Talaba AI</dc:creator>
  <cp:lastModifiedBy>Talaba AI</cp:lastModifiedBy>
  <cp:revision>1</cp:revision>
  <dcterms:created xsi:type="dcterms:W3CDTF">2026-06-03T13:06:10Z</dcterms:created>
  <dcterms:modified xsi:type="dcterms:W3CDTF">2026-06-03T13:06:10Z</dcterms:modified>
</cp:coreProperties>
</file>