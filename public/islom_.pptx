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8310125/pexels-photo-28310125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Islom: Tarix va Madaniyatning Buyuk Merosi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Islomning asrlar davomidagi chuqur ta'siri, uning ilm-fan, san'at va axloqiy qadriyatlarga qo'shgan hissasi bugungi kunda ham global sivilizatsiyaning shakllanishida muhim rol o'ynaganini ko'rsatadi. 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8491910/pexels-photo-18491910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502920"/>
            <a:ext cx="57607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Ilm-fan va Madaniyatning Oltin Davri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olami o'zining oltin davrida ilmiy kashfiyotlar va madaniy rivojlanishning yorqin markazi bo'ldi. Astronomiya, matematika, tibbiyot, falsafa va me'morchilikda ulkan yutuqlarga erishildi, bu esa g'arb sivilizatsiyasining uyg'onishiga zamin yaratdi. 📚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Bag'dod, Qohira va Kordoba ilm va ma'rifatning asosiy markazlari edi.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Al-Xorazmiy, Ibn Sino va Ibn Xaldun kabi olimlar dunyoga mashhur bo'lishdi.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Xattotlik, miniatura va me'morchilik san'ati yuksak darajaga yetdi.</a:t>
            </a:r>
            <a:endParaRPr lang="en-US" sz="1500" dirty="0"/>
          </a:p>
        </p:txBody>
      </p:sp>
      <p:pic>
        <p:nvPicPr>
          <p:cNvPr id="8" name="Image 1" descr="https://images.pexels.com/photos/18491910/pexels-photo-18491910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☪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islom </dc:title>
  <dc:subject>islom </dc:subject>
  <dc:creator>Talaba AI</dc:creator>
  <cp:lastModifiedBy>Talaba AI</cp:lastModifiedBy>
  <cp:revision>1</cp:revision>
  <dcterms:created xsi:type="dcterms:W3CDTF">2026-06-18T14:27:19Z</dcterms:created>
  <dcterms:modified xsi:type="dcterms:W3CDTF">2026-06-18T14:27:19Z</dcterms:modified>
</cp:coreProperties>
</file>