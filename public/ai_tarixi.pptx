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Texnologik sakrashlar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Turing</c:v>
                  </c:pt>
                  <c:pt idx="1">
                    <c:v>DeepBlue</c:v>
                  </c:pt>
                  <c:pt idx="2">
                    <c:v>LLMs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50</c:v>
                </c:pt>
                <c:pt idx="2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Texnologiya ustunligi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ML</c:v>
                  </c:pt>
                  <c:pt idx="1">
                    <c:v>DeepLearning</c:v>
                  </c:pt>
                  <c:pt idx="2">
                    <c:v>NLP</c:v>
                  </c:pt>
                  <c:pt idx="3">
                    <c:v>CV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85</c:v>
                </c:pt>
                <c:pt idx="2">
                  <c:v>75</c:v>
                </c:pt>
                <c:pt idx="3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xavfsizlik budjeti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25</c:v>
                </c:pt>
                <c:pt idx="2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taʼsir darajasi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Hozir</c:v>
                  </c:pt>
                  <c:pt idx="1">
                    <c:v>Yaqin kelajak</c:v>
                  </c:pt>
                  <c:pt idx="2">
                    <c:v>Uzoq kelajak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60</c:v>
                </c:pt>
                <c:pt idx="2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jpeg"/><Relationship Id="rId3" Type="http://schemas.openxmlformats.org/officeDocument/2006/relationships/image" Target="../media/image-2-1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3-1.jpeg"/><Relationship Id="rId3" Type="http://schemas.openxmlformats.org/officeDocument/2006/relationships/image" Target="../media/image-3-1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jpeg"/><Relationship Id="rId3" Type="http://schemas.openxmlformats.org/officeDocument/2006/relationships/image" Target="../media/image-7-1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10-1.jpeg"/><Relationship Id="rId3" Type="http://schemas.openxmlformats.org/officeDocument/2006/relationships/image" Target="../media/image-10-1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17485657/pexels-photo-17485657.pn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Sunʼiy Intellekt Tarixi: Evolyutsiya va Kelajak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" y="32004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Mashinalar tafakkuri sari qoʻyilgan tarixiy qadamlar va texnologik inqilobning rivojlanish bosqichlari.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24497392/pexels-photo-24497392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Tarixiy Muhim Bosqichlar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10607040" cy="3474720"/>
          </a:xfrm>
          <a:prstGeom prst="roundRect">
            <a:avLst>
              <a:gd name="adj" fmla="val 3158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92024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tarixi oʻn yilliklar davomidagi ilmiy izlanishlar natijasidir.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1950: Turing testi va Alan Turing tadqiqotlari.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1997: IBM Deep Blue shaxmat chempionini yengdi.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2022: ChatGPT kabi yirik til modellarining paydo boʻlishi.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0" y="40690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59E0B">
              <a:alpha val="8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4233672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Deep Blue birinchi marta jahon chempioni Garri Kasparovni magʻlub etdi.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635240" y="2057400"/>
          <a:ext cx="219456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8778240" y="1828800"/>
            <a:ext cx="0" cy="219456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668512" y="182880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052560" y="180136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668512" y="274320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052560" y="271576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668512" y="365760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052560" y="363016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235440" y="3017520"/>
            <a:ext cx="0" cy="7315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412480" y="26517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235440" y="26517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058400" y="26517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2" name="Image 1" descr="https://images.pexels.com/photos/24497392/pexels-photo-24497392.jpeg?auto=compress&amp;cs=tinysrgb&amp;dpr=2&amp;h=650&amp;w=94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828800"/>
            <a:ext cx="2286000" cy="19202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14314636/pexels-photo-14314636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ning Asosiy Ustunlari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10607040" cy="3474720"/>
          </a:xfrm>
          <a:prstGeom prst="roundRect">
            <a:avLst>
              <a:gd name="adj" fmla="val 3158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92024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Zamonaviy AI tizimlarini boshqaruvchi texnologik yadro.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Mashinali oʻqitish (ML)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Neyron tarmoqlar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Tabiiy tilni qayta ishlash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Kompüter koʻrish tizimi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0" y="40690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59E0B">
              <a:alpha val="8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4233672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Zamonaviy neyron tarmoqlar inson miyasi tuzilishiga asoslangan.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635240" y="2057400"/>
          <a:ext cx="219456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9235440" y="3017520"/>
            <a:ext cx="0" cy="7315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412480" y="26517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235440" y="26517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058400" y="26517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1" descr="https://images.pexels.com/photos/14314636/pexels-photo-14314636.jpeg?auto=compress&amp;cs=tinysrgb&amp;dpr=2&amp;h=650&amp;w=94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828800"/>
            <a:ext cx="2286000" cy="19202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37730211/pexels-photo-37730211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2920" y="502920"/>
            <a:ext cx="5760720" cy="4389120"/>
          </a:xfrm>
          <a:prstGeom prst="roundRect">
            <a:avLst>
              <a:gd name="adj" fmla="val 2500"/>
            </a:avLst>
          </a:prstGeom>
          <a:solidFill>
            <a:srgbClr val="000000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7315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Maʼlumotlar Inqilobi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Katta maʼlumotlar (Big Data) AI rivojlanishining asosiy yoqilgʻisidir.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Maʼlumotlar sifati algoritmlarni belgilaydi.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Cloud computing hisoblash quvvatini taʼminlaydi.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Katta masshtabli tizimlar oʻz-oʻzini oʻqitadi.</a:t>
            </a:r>
            <a:endParaRPr lang="en-US" sz="1500" dirty="0"/>
          </a:p>
        </p:txBody>
      </p:sp>
      <p:pic>
        <p:nvPicPr>
          <p:cNvPr id="8" name="Image 1" descr="https://images.pexels.com/photos/37730211/pexels-photo-37730211.jpeg?auto=compress&amp;cs=tinysrgb&amp;dpr=2&amp;h=650&amp;w=94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914400"/>
            <a:ext cx="4389120" cy="4389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0" y="685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321456/pexels-photo-321456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14400" y="1463040"/>
            <a:ext cx="10241280" cy="3840480"/>
          </a:xfrm>
          <a:prstGeom prst="roundRect">
            <a:avLst>
              <a:gd name="adj" fmla="val 2857"/>
            </a:avLst>
          </a:prstGeom>
          <a:solidFill>
            <a:srgbClr val="111827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7373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Anʼanaviy vs Zamonaviy AI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71600" y="256032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Dasturlashdan oʻz-oʻzini oʻrganishgacha boʻlgan oʻtish.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Eski: Qattiq kodlangan algoritmlar.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Yangi: Moslashuvchan neyron tarmoqlar.</a:t>
            </a:r>
            <a:endParaRPr lang="en-US" sz="1600" dirty="0"/>
          </a:p>
        </p:txBody>
      </p:sp>
      <p:pic>
        <p:nvPicPr>
          <p:cNvPr id="8" name="Image 1" descr="https://images.pexels.com/photos/321456/pexels-photo-321456.jpeg?auto=compress&amp;cs=tinysrgb&amp;dpr=2&amp;h=650&amp;w=94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828800"/>
            <a:ext cx="1828800" cy="1828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8353810/pexels-photo-8353810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14400" y="1463040"/>
            <a:ext cx="10241280" cy="3840480"/>
          </a:xfrm>
          <a:prstGeom prst="roundRect">
            <a:avLst>
              <a:gd name="adj" fmla="val 2857"/>
            </a:avLst>
          </a:prstGeom>
          <a:solidFill>
            <a:srgbClr val="111827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7373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Iqtisodiy Taʼsir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71600" y="256032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AI jahon iqtisodiyotiga trillionlab dollar qoʻshimcha qiymat keltirmoqda.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Ishlab chiqarish avtomatizatsiyasi.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Logistika va taʼminot zanjiri.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Innavatsion xizmat koʻrsatish.</a:t>
            </a:r>
            <a:endParaRPr lang="en-US" sz="1600" dirty="0"/>
          </a:p>
        </p:txBody>
      </p:sp>
      <p:pic>
        <p:nvPicPr>
          <p:cNvPr id="8" name="Image 1" descr="https://images.pexels.com/photos/8353810/pexels-photo-8353810.jpeg?auto=compress&amp;cs=tinysrgb&amp;dpr=2&amp;h=650&amp;w=94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828800"/>
            <a:ext cx="1828800" cy="1828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5198392/pexels-photo-5198392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Etika va Xavfsizlik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10607040" cy="3474720"/>
          </a:xfrm>
          <a:prstGeom prst="roundRect">
            <a:avLst>
              <a:gd name="adj" fmla="val 3158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92024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Kuchli quvvat katta masʼuliyatni talab qiladi.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Algoritmik tarafkashlikni kamaytirish.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Maxfiylik va maʼlumotlar xavfsizligi.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Inson nazoratidagi AI.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0" y="40690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59E0B">
              <a:alpha val="8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4233672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AI xavfsizligi boʻyicha investitsiyalar 40% ga oshdi.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635240" y="2057400"/>
          <a:ext cx="219456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9235440" y="3017520"/>
            <a:ext cx="0" cy="7315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412480" y="26517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235440" y="26517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058400" y="26517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1" descr="https://images.pexels.com/photos/5198392/pexels-photo-5198392.jpeg?auto=compress&amp;cs=tinysrgb&amp;dpr=2&amp;h=650&amp;w=94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828800"/>
            <a:ext cx="2286000" cy="19202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8877090/pexels-photo-8877090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" name="Image 1" descr="https://images.pexels.com/photos/8877090/pexels-photo-8877090.jpeg?auto=compress&amp;cs=tinysrgb&amp;dpr=2&amp;h=650&amp;w=94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4389120" cy="4389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303520" y="594360"/>
            <a:ext cx="5303520" cy="4389120"/>
          </a:xfrm>
          <a:prstGeom prst="roundRect">
            <a:avLst>
              <a:gd name="adj" fmla="val 2500"/>
            </a:avLst>
          </a:prstGeom>
          <a:solidFill>
            <a:srgbClr val="000000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669280" y="8229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Kelajak Istiqbollari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5669280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Kelajakda AI inson ijodkorligini kengaytiruvchi hamkorga aylanadi.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Tibbiyotda aniq tashxis.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Energiya samaradorligi.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Yangi materiallar kashfiyoti.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0241280" y="685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📜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11894290/pexels-photo-11894290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14400" y="1463040"/>
            <a:ext cx="10241280" cy="3840480"/>
          </a:xfrm>
          <a:prstGeom prst="roundRect">
            <a:avLst>
              <a:gd name="adj" fmla="val 2857"/>
            </a:avLst>
          </a:prstGeom>
          <a:solidFill>
            <a:srgbClr val="111827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7373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Integratsiya Yoʻli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71600" y="256032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Tashkilotlar uchun AIga oʻtish bosqichlari.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1. Maʼlumotlarni tayyorlash.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2. Modelni tanlash.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3. Implementatsiya.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4. Doimiy monitoring.</a:t>
            </a:r>
            <a:endParaRPr lang="en-US" sz="1600" dirty="0"/>
          </a:p>
        </p:txBody>
      </p:sp>
      <p:pic>
        <p:nvPicPr>
          <p:cNvPr id="8" name="Image 1" descr="https://images.pexels.com/photos/11894290/pexels-photo-11894290.jpeg?auto=compress&amp;cs=tinysrgb&amp;dpr=2&amp;h=650&amp;w=94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828800"/>
            <a:ext cx="1828800" cy="1828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2020309/pexels-photo-2020309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Xulosa: AI bilan Yangi Davr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10607040" cy="3474720"/>
          </a:xfrm>
          <a:prstGeom prst="roundRect">
            <a:avLst>
              <a:gd name="adj" fmla="val 3158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92024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Sunʼiy intellekt – bu shunchaki texnologiya emas, balki insoniyat taraqqiyotini tezlashtiruvchi kuch. Kelajak texnologiya va inson hamkorligiga asoslanadi.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🚀 Texnologik innovatsiya.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📈 Global iqtisodiy oʻsish.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🌍 Insoniyat farovonligi.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0" y="40690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59E0B">
              <a:alpha val="8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4233672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AI insoniyat tarixidagi eng kuchli katalizatorlardan biridir.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635240" y="2057400"/>
          <a:ext cx="219456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9235440" y="3017520"/>
            <a:ext cx="0" cy="7315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412480" y="26517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235440" y="26517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058400" y="26517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1" descr="https://images.pexels.com/photos/2020309/pexels-photo-2020309.jpeg?auto=compress&amp;cs=tinysrgb&amp;dpr=2&amp;h=650&amp;w=94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828800"/>
            <a:ext cx="2286000" cy="19202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Talaba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tarixi</dc:title>
  <dc:subject>ai tarixi</dc:subject>
  <dc:creator>Talaba AI</dc:creator>
  <cp:lastModifiedBy>Talaba AI</cp:lastModifiedBy>
  <cp:revision>1</cp:revision>
  <dcterms:created xsi:type="dcterms:W3CDTF">2026-06-03T12:50:21Z</dcterms:created>
  <dcterms:modified xsi:type="dcterms:W3CDTF">2026-06-03T12:50:21Z</dcterms:modified>
</cp:coreProperties>
</file>