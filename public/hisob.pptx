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Tahlil aniqlik darajasi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An'anaviy</c:v>
                  </c:pt>
                  <c:pt idx="1">
                    <c:v>AI-asosli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2-1.jpeg"/><Relationship Id="rId3" Type="http://schemas.openxmlformats.org/officeDocument/2006/relationships/image" Target="../media/image-2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27141317/pexels-photo-27141317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Hisob: Raqamli Iqtisodiyot Kelajagi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Hisob tizimlari zamonaviy biznesning fundamental o'zagi. Ma'lumotlarni qayta ishlash va moliyaviy barqarorlikni ta'minlash orqali yuqori samaradorlikka erishamiz.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29081559/pexels-photo-29081559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Hisob va Ma'lumotlar Strategiyasi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Zamonaviy hisob tizimlari shunchaki raqamlar emas, balki kelajakni bashorat qiluvchi strategik vositadir 📈.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Real vaqt rejimida moliyaviy tahlil 🛡️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Sun'iy intellektga asoslangan bashoratlar 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Ma'lumotlar xavfsizligini ta'minlash 🌍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A855F7">
              <a:alpha val="8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Sun'iy intellekt integratsiyasi moliyaviy hisobotlar aniqligini 95% gacha oshiradi.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498080" y="3291840"/>
          <a:ext cx="25603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8686800" y="3017520"/>
            <a:ext cx="0" cy="73152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12480" y="265176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235440" y="265176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58400" y="265176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5" name="Image 1" descr="https://images.pexels.com/photos/29081559/pexels-photo-29081559.jpeg?auto=compress&amp;cs=tinysrgb&amp;dpr=2&amp;h=650&amp;w=94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325880"/>
            <a:ext cx="1005840" cy="822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Talaba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hisob</dc:title>
  <dc:subject>hisob</dc:subject>
  <dc:creator>Talaba AI</dc:creator>
  <cp:lastModifiedBy>Talaba AI</cp:lastModifiedBy>
  <cp:revision>1</cp:revision>
  <dcterms:created xsi:type="dcterms:W3CDTF">2026-06-18T14:02:01Z</dcterms:created>
  <dcterms:modified xsi:type="dcterms:W3CDTF">2026-06-18T14:02:01Z</dcterms:modified>
</cp:coreProperties>
</file>