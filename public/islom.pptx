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Ilmiy Merosning Ta'sir Doirasi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Matematika</c:v>
                  </c:pt>
                  <c:pt idx="1">
                    <c:v>Tibbiyot</c:v>
                  </c:pt>
                  <c:pt idx="2">
                    <c:v>Astronomiya</c:v>
                  </c:pt>
                  <c:pt idx="3">
                    <c:v>Falsafa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75</c:v>
                </c:pt>
                <c:pt idx="2">
                  <c:v>80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-1.jpeg"/><Relationship Id="rId3" Type="http://schemas.openxmlformats.org/officeDocument/2006/relationships/image" Target="../media/image-2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2562512/pexels-photo-12562512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Islom: Ma'naviy Yuksalish va Tarixiy Meros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 madaniyati — insoniyat tarixidagi eng yorqin ma'naviy qadriyatlar va ilmiy taraqqiyot asoschisi. Oltin davr merosini o'rganish orqali kelajak sari qadam tashlaymiz.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6188877/pexels-photo-3618887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Ma'naviy Qadriyatlar va Rivojlanish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 ta'limotida bilim olish va yaratuvchanlik oliy maqsad hisoblanadi. Tarixiy taraqqiyot bosqichlari zamonaviy jamiyat uchun ham muhim namuna bo'lib xizmat qiladi.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Bilim va hikmat: Ilm-fanga bo'lgan e'tibor ⚛️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Adolat va tenglik: Jamiyatdagi ijtimoiy barqarorlik 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Ma'naviy poklik: Inson ruhiyatini tarbiyalash 🛡️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IX asrda Al-Xorazmiy tomonidan ishlab chiqilgan algoritmlar zamonaviy raqamli texnologiyalarning poydevori hisoblanadi.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5" name="Image 1" descr="https://images.pexels.com/photos/36188877/pexels-photo-36188877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islom</dc:title>
  <dc:subject>islom</dc:subject>
  <dc:creator>Talaba AI</dc:creator>
  <cp:lastModifiedBy>Talaba AI</cp:lastModifiedBy>
  <cp:revision>1</cp:revision>
  <dcterms:created xsi:type="dcterms:W3CDTF">2026-06-18T14:26:32Z</dcterms:created>
  <dcterms:modified xsi:type="dcterms:W3CDTF">2026-06-18T14:26:32Z</dcterms:modified>
</cp:coreProperties>
</file>