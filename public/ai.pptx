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Hisoblash Quvvati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1960</c:v>
                  </c:pt>
                  <c:pt idx="1">
                    <c:v>1990</c:v>
                  </c:pt>
                  <c:pt idx="2">
                    <c:v>2024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25</c:v>
                </c:pt>
                <c:pt idx="2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Qabul Qilish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75</c:v>
                </c:pt>
                <c:pt idx="2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jpeg"/><Relationship Id="rId3" Type="http://schemas.openxmlformats.org/officeDocument/2006/relationships/image" Target="../media/image-3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jpeg"/><Relationship Id="rId3" Type="http://schemas.openxmlformats.org/officeDocument/2006/relationships/image" Target="../media/image-4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4314636/pexels-photo-14314636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5" name="Image 1" descr="https://images.pexels.com/photos/14314636/pexels-photo-14314636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Intellekt: Kelajak Texnologiyasi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822960" y="320040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insoniyat taraqqiyotini yangi bosqichga olib chiqmoqda. Avtomatlashtirish, tahlil va ijodkorlik endi raqamli zeka yordamida amalga oshiriladi.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17483868/pexels-photo-1748386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2920" y="502920"/>
            <a:ext cx="5760720" cy="4389120"/>
          </a:xfrm>
          <a:prstGeom prst="roundRect">
            <a:avLst>
              <a:gd name="adj" fmla="val 2500"/>
            </a:avLst>
          </a:prstGeom>
          <a:solidFill>
            <a:srgbClr val="000000">
              <a:alpha val="5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3152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Imkoniyatlar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31520" y="182880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murakkab vazifalarni soddalashtirish orqali samaradorlikni oshiradi. 🚀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Ma'lumotlarni tezkor tahlil qilish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Avtomatlashtirilgan mijozlarga xizmat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Bashoratli modellashtirish 📈</a:t>
            </a:r>
            <a:endParaRPr lang="en-US" sz="1500" dirty="0"/>
          </a:p>
        </p:txBody>
      </p:sp>
      <p:pic>
        <p:nvPicPr>
          <p:cNvPr id="8" name="Image 1" descr="https://images.pexels.com/photos/17483868/pexels-photo-17483868.jpeg?auto=compress&amp;cs=tinysrgb&amp;dpr=2&amp;h=650&amp;w=940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4389120" cy="4389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241280" y="685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25626518/pexels-photo-25626518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Evolyutsiyasi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kontseptsiyasi va ilk nazariyalar ⚛️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Deep Learning va katta ma'lumotlar davri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Generativ AI va universal modellar 🚀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F59E0B">
              <a:alpha val="82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Birinchi AI dasturi 1951-yilda Christopher Strachey tomonidan yozilgan.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778240" y="1828800"/>
            <a:ext cx="0" cy="219456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668512" y="18288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052560" y="18013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668512" y="27432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052560" y="27157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668512" y="36576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52560" y="3630168"/>
            <a:ext cx="274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2" name="Image 1" descr="https://images.pexels.com/photos/25626518/pexels-photo-25626518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pexels.com/photos/373543/pexels-photo-373543.jpeg?auto=compress&amp;cs=tinysrgb&amp;dpr=2&amp;h=650&amp;w=94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Kelajakka Nigoh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731520" y="1645920"/>
            <a:ext cx="10607040" cy="3474720"/>
          </a:xfrm>
          <a:prstGeom prst="roundRect">
            <a:avLst>
              <a:gd name="adj" fmla="val 3158"/>
            </a:avLst>
          </a:prstGeom>
          <a:solidFill>
            <a:srgbClr val="111827">
              <a:alpha val="9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1920240"/>
            <a:ext cx="594360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Sun'iy intellekt shunchaki vosita emas, balki innovatsiyalar o'chog'idir. Biz xavfsiz va axloqiy AI integratsiyasiga intilishimiz kerak. 🌍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0" y="4069080"/>
            <a:ext cx="3200400" cy="868680"/>
          </a:xfrm>
          <a:prstGeom prst="roundRect">
            <a:avLst>
              <a:gd name="adj" fmla="val 8421"/>
            </a:avLst>
          </a:prstGeom>
          <a:solidFill>
            <a:srgbClr val="22C55E">
              <a:alpha val="82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4233672"/>
            <a:ext cx="288036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📊 2025-yilda kompaniyalarning 90% i AI texnologiyalaridan foydalanadi.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635240" y="2057400"/>
          <a:ext cx="2194560" cy="1280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9235440" y="3017520"/>
            <a:ext cx="0" cy="73152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12480" y="265176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9235440" y="265176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0" y="265176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pic>
        <p:nvPicPr>
          <p:cNvPr id="15" name="Image 1" descr="https://images.pexels.com/photos/373543/pexels-photo-373543.jpeg?auto=compress&amp;cs=tinysrgb&amp;dpr=2&amp;h=650&amp;w=940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0" y="1828800"/>
            <a:ext cx="2286000" cy="19202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972800" y="621792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Talaba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</dc:title>
  <dc:subject>ai</dc:subject>
  <dc:creator>Talaba AI</dc:creator>
  <cp:lastModifiedBy>Talaba AI</cp:lastModifiedBy>
  <cp:revision>1</cp:revision>
  <dcterms:created xsi:type="dcterms:W3CDTF">2026-05-30T11:22:01Z</dcterms:created>
  <dcterms:modified xsi:type="dcterms:W3CDTF">2026-05-30T11:22:01Z</dcterms:modified>
</cp:coreProperties>
</file>