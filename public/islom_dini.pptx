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Ilmiy meros o'sishi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Kutubxonalar</c:v>
                  </c:pt>
                  <c:pt idx="1">
                    <c:v>Astronomiya</c:v>
                  </c:pt>
                  <c:pt idx="2">
                    <c:v>Tibbiyot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</c:v>
                </c:pt>
                <c:pt idx="1">
                  <c:v>75</c:v>
                </c:pt>
                <c:pt idx="2">
                  <c:v>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2-1.jpeg"/><Relationship Id="rId3" Type="http://schemas.openxmlformats.org/officeDocument/2006/relationships/image" Target="../media/image-2-1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pexels.com/photos/14896969/pexels-photo-14896969.jpeg?auto=compress&amp;cs=tinysrgb&amp;dpr=2&amp;h=650&amp;w=9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20116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Islom: Ma'naviy Yuksalish va Madaniyat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822960" y="320040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Islom dini insoniyatga tinchlik, adolat va ma'rifat yo'llarini ko'rsatuvchi buyuk ma'naviy qadriyatlar tizimidir.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972800" y="62179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pexels.com/photos/36188877/pexels-photo-36188877.jpeg?auto=compress&amp;cs=tinysrgb&amp;dpr=2&amp;h=650&amp;w=9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Asosiy Ma'naviy Prinsiplar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731520" y="1645920"/>
            <a:ext cx="10607040" cy="3474720"/>
          </a:xfrm>
          <a:prstGeom prst="roundRect">
            <a:avLst>
              <a:gd name="adj" fmla="val 3158"/>
            </a:avLst>
          </a:prstGeom>
          <a:solidFill>
            <a:srgbClr val="111827">
              <a:alpha val="92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5840" y="1920240"/>
            <a:ext cx="5943600" cy="2743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Islom ta'limoti inson kamoloti va jamiyat farovonligini uyg'unlikda rivojlantiradi.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🛡️ Adolat: Har bir insonning huquq va burchlarini hurmat qilish.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📈 Ma'rifat: Ilm olish va tafakkur qilishni burch deb bilish.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🌍 Hamjihatlik: Insonlar o'rtasida tinchlik va o'zaro hurmatni targ'ib qilish.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315200" y="406908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3B82F6">
              <a:alpha val="82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52360" y="4233672"/>
            <a:ext cx="288036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📊 Islom an'analarida 'Bayt al-Hikma' kutubxonalari dunyo bilimlar xazinasi vazifasini o'tagan.</a:t>
            </a:r>
            <a:endParaRPr lang="en-US" sz="10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7498080" y="3291840"/>
          <a:ext cx="2560320" cy="1188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7"/>
          <p:cNvSpPr/>
          <p:nvPr/>
        </p:nvSpPr>
        <p:spPr>
          <a:xfrm>
            <a:off x="8686800" y="3017520"/>
            <a:ext cx="0" cy="73152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8412480" y="2651760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9235440" y="2651760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0058400" y="2651760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15" name="Image 1" descr="https://images.pexels.com/photos/36188877/pexels-photo-36188877.jpeg?auto=compress&amp;cs=tinysrgb&amp;dpr=2&amp;h=650&amp;w=940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0" y="1325880"/>
            <a:ext cx="1005840" cy="8229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972800" y="62179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Talaba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islom dini</dc:title>
  <dc:subject>islom dini</dc:subject>
  <dc:creator>Talaba AI</dc:creator>
  <cp:lastModifiedBy>Talaba AI</cp:lastModifiedBy>
  <cp:revision>1</cp:revision>
  <dcterms:created xsi:type="dcterms:W3CDTF">2026-06-18T14:23:00Z</dcterms:created>
  <dcterms:modified xsi:type="dcterms:W3CDTF">2026-06-18T14:23:00Z</dcterms:modified>
</cp:coreProperties>
</file>