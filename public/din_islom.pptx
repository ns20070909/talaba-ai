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2763199/pexels-photo-1276319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Dini: Tinchlik va Ma'rifat Nuri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butun dunyoda 1.8 milliarddan ortiq izdoshlari bo'lgan ilohiy din. U tinchlik, adolat va insoniyatga xizmat qilish tamoyillariga asoslangan.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6188888/pexels-photo-3618888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Islomning Asosiy Tamoyillari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Islomning markaziy g'oyasi – bu yakka Allohga ishonch (Tavhid) va Uning yagona ekanligini tan olishdir. Bu aqida inson hayotining barcha jabhalariga ta'sir qiladi.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tamoyillar: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Tavhid: Allohning yagonaligi va Uning tengsizligi. 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Risolat: Payg'ambarlar orqali vahiy tushishi, xususan Muhammad (SAV) oxirgi payg'ambar ekanligi. 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Oxirat: Bu dunyo hayotidan keyingi abadiy hayotga ishonch va javobgarlik. ⚖️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Qur'oni Karim 14 asrdan beri o'zgarishsiz qolgan ilohiy kitobdir.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4" name="Image 1" descr="https://images.pexels.com/photos/36188888/pexels-photo-36188888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 islom</dc:title>
  <dc:subject>din islom</dc:subject>
  <dc:creator>Talaba AI</dc:creator>
  <cp:lastModifiedBy>Talaba AI</cp:lastModifiedBy>
  <cp:revision>1</cp:revision>
  <dcterms:created xsi:type="dcterms:W3CDTF">2026-06-18T14:16:04Z</dcterms:created>
  <dcterms:modified xsi:type="dcterms:W3CDTF">2026-06-18T14:16:04Z</dcterms:modified>
</cp:coreProperties>
</file>