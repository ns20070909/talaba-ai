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charts/chart2.xml" ContentType="application/vnd.openxmlformats-officedocument.drawingml.chart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</p:sldIdLst>
  <p:notesMasterIdLst>
    <p:notesMasterId r:id="rId5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notesMaster" Target="notesMasters/notesMaster1.xml"/><Relationship Id="rId6" Type="http://schemas.openxmlformats.org/officeDocument/2006/relationships/presProps" Target="presProps.xml"/><Relationship Id="rId7" Type="http://schemas.openxmlformats.org/officeDocument/2006/relationships/viewProps" Target="viewProps.xml"/><Relationship Id="rId8" Type="http://schemas.openxmlformats.org/officeDocument/2006/relationships/theme" Target="theme/theme1.xml"/><Relationship Id="rId9" Type="http://schemas.openxmlformats.org/officeDocument/2006/relationships/tableStyles" Target="tableStyles.xml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Falsafiy ta'sir ko'lami</c:v>
                </c:pt>
              </c:strCache>
            </c:strRef>
          </c:tx>
          <c:spPr>
            <a:solidFill>
              <a:srgbClr val="3B82F6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Ilm</c:v>
                  </c:pt>
                  <c:pt idx="1">
                    <c:v>San'at</c:v>
                  </c:pt>
                  <c:pt idx="2">
                    <c:v>Siyosat</c:v>
                  </c:pt>
                  <c:pt idx="3">
                    <c:v>Jamiyat</c:v>
                  </c:pt>
                </c:lvl>
              </c:multiLvlStrCache>
            </c:multiLvl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85</c:v>
                </c:pt>
                <c:pt idx="1">
                  <c:v>70</c:v>
                </c:pt>
                <c:pt idx="2">
                  <c:v>60</c:v>
                </c:pt>
                <c:pt idx="3">
                  <c:v>95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88888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jpeg"/><Relationship Id="rId2" Type="http://schemas.openxmlformats.org/officeDocument/2006/relationships/image" Target="../media/image-2-1.jpe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chart" Target="/ppt/charts/chart2.xml"/><Relationship Id="rId1" Type="http://schemas.openxmlformats.org/officeDocument/2006/relationships/image" Target="../media/image-3-1.jpeg"/><Relationship Id="rId3" Type="http://schemas.openxmlformats.org/officeDocument/2006/relationships/image" Target="../media/image-3-1.jpe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images.pexels.com/photos/29717601/pexels-photo-29717601.jpeg?auto=compress&amp;cs=tinysrgb&amp;dpr=2&amp;h=650&amp;w=940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00000">
              <a:alpha val="35000"/>
            </a:srgbClr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Shape 1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822960" y="2011680"/>
            <a:ext cx="7315200" cy="10972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Falsafa: Tafakkur va Hikmat</a:t>
            </a:r>
            <a:endParaRPr lang="en-US" sz="2800" dirty="0"/>
          </a:p>
        </p:txBody>
      </p:sp>
      <p:sp>
        <p:nvSpPr>
          <p:cNvPr id="6" name="Text 3"/>
          <p:cNvSpPr/>
          <p:nvPr/>
        </p:nvSpPr>
        <p:spPr>
          <a:xfrm>
            <a:off x="822960" y="3200400"/>
            <a:ext cx="5943600" cy="13716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rgbClr val="E2E8F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Falsafa — olam va inson mohiyatini anglashga qaratilgan fundamental intellektual jarayon. U tafakkur chegaralarini kengaytirib, haqiqatni ilmiy va mantiqiy asoslar bilan izlaydi.</a:t>
            </a:r>
            <a:endParaRPr lang="en-US" sz="1600" dirty="0"/>
          </a:p>
        </p:txBody>
      </p:sp>
      <p:sp>
        <p:nvSpPr>
          <p:cNvPr id="7" name="Text 4"/>
          <p:cNvSpPr/>
          <p:nvPr/>
        </p:nvSpPr>
        <p:spPr>
          <a:xfrm>
            <a:off x="10972800" y="6217920"/>
            <a:ext cx="3657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</a:rPr>
              <a:t>1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images.pexels.com/photos/8640331/pexels-photo-8640331.jpeg?auto=compress&amp;cs=tinysrgb&amp;dpr=2&amp;h=650&amp;w=940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00000">
              <a:alpha val="35000"/>
            </a:srgbClr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Shape 1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5" name="Shape 2"/>
          <p:cNvSpPr/>
          <p:nvPr/>
        </p:nvSpPr>
        <p:spPr>
          <a:xfrm>
            <a:off x="502920" y="502920"/>
            <a:ext cx="5760720" cy="4389120"/>
          </a:xfrm>
          <a:prstGeom prst="roundRect">
            <a:avLst>
              <a:gd name="adj" fmla="val 2500"/>
            </a:avLst>
          </a:prstGeom>
          <a:solidFill>
            <a:srgbClr val="000000">
              <a:alpha val="55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731520" y="731520"/>
            <a:ext cx="5303520" cy="7315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Mantiqiy Tafakkur Asoslari</a:t>
            </a:r>
            <a:endParaRPr lang="en-US" sz="2400" dirty="0"/>
          </a:p>
        </p:txBody>
      </p:sp>
      <p:sp>
        <p:nvSpPr>
          <p:cNvPr id="7" name="Text 4"/>
          <p:cNvSpPr/>
          <p:nvPr/>
        </p:nvSpPr>
        <p:spPr>
          <a:xfrm>
            <a:off x="731520" y="1828800"/>
            <a:ext cx="4937760" cy="32004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DBEAF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Falsafiy yondashuv tizimli tahlilni talab qiladi. U shunchaki taxmin emas, balki aniq dalillar va mantiqiy zanjirlarga qurilgan tizimdir.</a:t>
            </a:r>
            <a:endParaRPr lang="en-US" sz="1500" dirty="0"/>
          </a:p>
          <a:p>
            <a:pPr indent="0" marL="0">
              <a:buNone/>
            </a:pP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DBEAF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Epistemologiya: Bilish nazariyasi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DBEAF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Ontologiya: Borliq mohiyati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DBEAF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Etika: Axloqiy qadriyatlar</a:t>
            </a:r>
            <a:endParaRPr lang="en-US" sz="1500" dirty="0"/>
          </a:p>
        </p:txBody>
      </p:sp>
      <p:pic>
        <p:nvPicPr>
          <p:cNvPr id="8" name="Image 1" descr="https://images.pexels.com/photos/8640331/pexels-photo-8640331.jpeg?auto=compress&amp;cs=tinysrgb&amp;dpr=2&amp;h=650&amp;w=940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83680" y="914400"/>
            <a:ext cx="4389120" cy="4389120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10241280" y="68580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🚀</a:t>
            </a:r>
            <a:endParaRPr lang="en-US" sz="2200" dirty="0"/>
          </a:p>
        </p:txBody>
      </p:sp>
      <p:sp>
        <p:nvSpPr>
          <p:cNvPr id="10" name="Text 6"/>
          <p:cNvSpPr/>
          <p:nvPr/>
        </p:nvSpPr>
        <p:spPr>
          <a:xfrm>
            <a:off x="10972800" y="6217920"/>
            <a:ext cx="3657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</a:rPr>
              <a:t>2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images.pexels.com/photos/13448627/pexels-photo-13448627.jpeg?auto=compress&amp;cs=tinysrgb&amp;dpr=2&amp;h=650&amp;w=940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00000">
              <a:alpha val="35000"/>
            </a:srgbClr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Shape 1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731520" y="640080"/>
            <a:ext cx="10515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Xulosa: Tafakkur Estetikasi</a:t>
            </a:r>
            <a:endParaRPr lang="en-US" sz="2400" dirty="0"/>
          </a:p>
        </p:txBody>
      </p:sp>
      <p:sp>
        <p:nvSpPr>
          <p:cNvPr id="6" name="Shape 3"/>
          <p:cNvSpPr/>
          <p:nvPr/>
        </p:nvSpPr>
        <p:spPr>
          <a:xfrm>
            <a:off x="731520" y="1645920"/>
            <a:ext cx="10607040" cy="3474720"/>
          </a:xfrm>
          <a:prstGeom prst="roundRect">
            <a:avLst>
              <a:gd name="adj" fmla="val 3158"/>
            </a:avLst>
          </a:prstGeom>
          <a:solidFill>
            <a:srgbClr val="111827">
              <a:alpha val="92000"/>
            </a:srgbClr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1005840" y="1920240"/>
            <a:ext cx="5943600" cy="27432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DBEAF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Falsafa inson tafakkurini rivojlantirib, murakkab muammolarga yechim topishda yordam beradi. U – dunyoqarashni boyituvchi eng oliy ilmdir.</a:t>
            </a:r>
            <a:endParaRPr lang="en-US" sz="1500" dirty="0"/>
          </a:p>
          <a:p>
            <a:pPr indent="0" marL="0">
              <a:buNone/>
            </a:pP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DBEAF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🚀 Ilm-fanni taraqqiy ettirish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DBEAF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🛡️ Axloqiy mezonlarni belgilash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DBEAF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🌍 Global muammolarni tahlil qilish</a:t>
            </a:r>
            <a:endParaRPr lang="en-US" sz="1500" dirty="0"/>
          </a:p>
        </p:txBody>
      </p:sp>
      <p:sp>
        <p:nvSpPr>
          <p:cNvPr id="8" name="Shape 5"/>
          <p:cNvSpPr/>
          <p:nvPr/>
        </p:nvSpPr>
        <p:spPr>
          <a:xfrm>
            <a:off x="7315200" y="4069080"/>
            <a:ext cx="3200400" cy="868680"/>
          </a:xfrm>
          <a:prstGeom prst="roundRect">
            <a:avLst>
              <a:gd name="adj" fmla="val 8421"/>
            </a:avLst>
          </a:prstGeom>
          <a:solidFill>
            <a:srgbClr val="3B82F6">
              <a:alpha val="82000"/>
            </a:srgbClr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7452360" y="4233672"/>
            <a:ext cx="2880360" cy="7132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📊 Tarixda falsafa fanlarning onasi sifatida e'tirof etilgan.</a:t>
            </a:r>
            <a:endParaRPr lang="en-US" sz="1000" dirty="0"/>
          </a:p>
        </p:txBody>
      </p:sp>
      <p:graphicFrame>
        <p:nvGraphicFramePr>
          <p:cNvPr id="10" name="Chart 0" descr=""/>
          <p:cNvGraphicFramePr/>
          <p:nvPr/>
        </p:nvGraphicFramePr>
        <p:xfrm>
          <a:off x="7498080" y="3291840"/>
          <a:ext cx="2560320" cy="11887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11" name="Shape 7"/>
          <p:cNvSpPr/>
          <p:nvPr/>
        </p:nvSpPr>
        <p:spPr>
          <a:xfrm>
            <a:off x="8686800" y="3017520"/>
            <a:ext cx="0" cy="731520"/>
          </a:xfrm>
          <a:prstGeom prst="line">
            <a:avLst/>
          </a:prstGeom>
          <a:noFill/>
          <a:ln w="25400">
            <a:solidFill>
              <a:srgbClr val="3B82F6"/>
            </a:solidFill>
            <a:prstDash val="solid"/>
          </a:ln>
        </p:spPr>
      </p:sp>
      <p:sp>
        <p:nvSpPr>
          <p:cNvPr id="12" name="Shape 8"/>
          <p:cNvSpPr/>
          <p:nvPr/>
        </p:nvSpPr>
        <p:spPr>
          <a:xfrm>
            <a:off x="8412480" y="2651760"/>
            <a:ext cx="109728" cy="109728"/>
          </a:xfrm>
          <a:prstGeom prst="ellipse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13" name="Shape 9"/>
          <p:cNvSpPr/>
          <p:nvPr/>
        </p:nvSpPr>
        <p:spPr>
          <a:xfrm>
            <a:off x="9235440" y="2651760"/>
            <a:ext cx="109728" cy="109728"/>
          </a:xfrm>
          <a:prstGeom prst="ellipse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14" name="Shape 10"/>
          <p:cNvSpPr/>
          <p:nvPr/>
        </p:nvSpPr>
        <p:spPr>
          <a:xfrm>
            <a:off x="10058400" y="2651760"/>
            <a:ext cx="109728" cy="109728"/>
          </a:xfrm>
          <a:prstGeom prst="ellipse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pic>
        <p:nvPicPr>
          <p:cNvPr id="15" name="Image 1" descr="https://images.pexels.com/photos/13448627/pexels-photo-13448627.jpeg?auto=compress&amp;cs=tinysrgb&amp;dpr=2&amp;h=650&amp;w=940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281160" y="1325880"/>
            <a:ext cx="1005840" cy="822960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10972800" y="6217920"/>
            <a:ext cx="3657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</a:rPr>
              <a:t>3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6" baseType="lpstr">
      <vt:lpstr>Arial</vt:lpstr>
      <vt:lpstr>Calibri</vt:lpstr>
      <vt:lpstr>Office Theme</vt:lpstr>
      <vt:lpstr>Slide 1</vt:lpstr>
      <vt:lpstr>Slide 2</vt:lpstr>
      <vt:lpstr>Slide 3</vt:lpstr>
    </vt:vector>
  </TitlesOfParts>
  <Company>Talaba AI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falsafa</dc:title>
  <dc:subject>falsafa</dc:subject>
  <dc:creator>Talaba AI</dc:creator>
  <cp:lastModifiedBy>Talaba AI</cp:lastModifiedBy>
  <cp:revision>1</cp:revision>
  <dcterms:created xsi:type="dcterms:W3CDTF">2026-06-18T14:01:00Z</dcterms:created>
  <dcterms:modified xsi:type="dcterms:W3CDTF">2026-06-18T14:01:00Z</dcterms:modified>
</cp:coreProperties>
</file>