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Kiberxavfsizlik samaradorligi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An'anaviy</c:v>
                  </c:pt>
                  <c:pt idx="1">
                    <c:v>AI-Integrated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Talab prognozi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2026</c:v>
                  </c:pt>
                  <c:pt idx="2">
                    <c:v>2028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jpeg"/><Relationship Id="rId3" Type="http://schemas.openxmlformats.org/officeDocument/2006/relationships/image" Target="../media/image-4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jpeg"/><Relationship Id="rId3" Type="http://schemas.openxmlformats.org/officeDocument/2006/relationships/image" Target="../media/image-5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17485657/pexels-photo-17485657.pn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Sun'iy Intellekt: Kelajak Paradigmasi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Sun'iy intellekt global iqtisodiyotni qayta shakllantirmoqda. Texnologik inqilob va innovatsiyalar davri boshlandi.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577210/pexels-photo-577210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502920"/>
            <a:ext cx="5760720" cy="4389120"/>
          </a:xfrm>
          <a:prstGeom prst="roundRect">
            <a:avLst>
              <a:gd name="adj" fmla="val 2500"/>
            </a:avLst>
          </a:prstGeom>
          <a:solidFill>
            <a:srgbClr val="000000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Sanoatda AI Integratsiyasi 🚀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Korxonalar samaradorlikni oshirish uchun AI algoritmlaridan keng foydalanmoqda. Asosiy yo'nalishlar: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Avtomatlashtirilgan ishlab chiqarish jarayonlari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Bashoratli tahlil (Predictive Analytics)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Mijozlar tajribasini shaxsiylashtirish</a:t>
            </a:r>
            <a:endParaRPr lang="en-US" sz="1500" dirty="0"/>
          </a:p>
        </p:txBody>
      </p:sp>
      <p:pic>
        <p:nvPicPr>
          <p:cNvPr id="8" name="Image 1" descr="https://images.pexels.com/photos/577210/pexels-photo-577210.jpeg?auto=compress&amp;cs=tinysrgb&amp;dpr=2&amp;h=650&amp;w=94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914400"/>
            <a:ext cx="4389120" cy="4389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0" y="685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2020309/pexels-photo-2020309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Texnologik Evolyutsiya 🧪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Sun'iy intellektning rivojlanish bosqichlari jadallashmoqda: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2020: Katta til modellari davri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2023: Generativ AI inqilobi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2025: Avtonom agentlar va AGI sari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A855F7">
              <a:alpha val="8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Generativ AI modellari o'rganish tezligi bo'yicha tarixiy rekordlarni yangiladi.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778240" y="1828800"/>
            <a:ext cx="0" cy="219456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68512" y="1828800"/>
            <a:ext cx="201168" cy="2011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52560" y="18013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68512" y="2743200"/>
            <a:ext cx="201168" cy="2011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52560" y="27157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68512" y="3657600"/>
            <a:ext cx="201168" cy="2011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52560" y="36301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235440" y="3017520"/>
            <a:ext cx="0" cy="73152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12480" y="2651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35440" y="2651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058400" y="2651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1" name="Image 1" descr="https://images.pexels.com/photos/2020309/pexels-photo-2020309.jpeg?auto=compress&amp;cs=tinysrgb&amp;dpr=2&amp;h=650&amp;w=94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1097280"/>
            <a:ext cx="1188720" cy="10058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16027813/pexels-photo-16027813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Kiberxavfsizlik va AI 🛡️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Sun'iy intellekt kiber tahdidlarni aniqlash va ularga qarshi kurashishda asosiy vositaga aylandi.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A855F7">
              <a:alpha val="8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AI-ga asoslangan xavfsizlik tizimlari hujumlarni 40% tezroq bartaraf etadi.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498080" y="164592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35240" y="1874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A85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85%</a:t>
            </a:r>
            <a:endParaRPr lang="en-US" sz="3500" dirty="0"/>
          </a:p>
        </p:txBody>
      </p:sp>
      <p:sp>
        <p:nvSpPr>
          <p:cNvPr id="12" name="Text 9"/>
          <p:cNvSpPr/>
          <p:nvPr/>
        </p:nvSpPr>
        <p:spPr>
          <a:xfrm>
            <a:off x="7543800" y="25146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Tahdidlarni oldindan aniqlash aniqligi</a:t>
            </a:r>
            <a:endParaRPr lang="en-US" sz="15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3291840"/>
          <a:ext cx="25603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10"/>
          <p:cNvSpPr/>
          <p:nvPr/>
        </p:nvSpPr>
        <p:spPr>
          <a:xfrm>
            <a:off x="9235440" y="3017520"/>
            <a:ext cx="0" cy="73152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2651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235440" y="2651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058400" y="2651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8" name="Image 1" descr="https://images.pexels.com/photos/16027813/pexels-photo-16027813.jpeg?auto=compress&amp;cs=tinysrgb&amp;dpr=2&amp;h=650&amp;w=94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097280"/>
            <a:ext cx="1188720" cy="10058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2020309/pexels-photo-2020309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Xulosa: Kelajak sari 🌍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Sun'iy intellekt shunchaki texnologiya emas, balki insoniyat taraqqiyotining yangi bosqichidir. Strategik yondashuv va axloqiy me'yorlar kelajakni belgilab beradi.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Uzluksiz o'rganish madaniyati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Axloqiy AI standartlari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hamkorlik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A855F7">
              <a:alpha val="8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Kelgusi 5 yilda AI mutaxassislariga bo'lgan talab 3 barobar ortadi.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498080" y="3291840"/>
          <a:ext cx="25603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9235440" y="3017520"/>
            <a:ext cx="0" cy="73152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12480" y="2651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235440" y="2651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58400" y="2651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5" name="Image 1" descr="https://images.pexels.com/photos/2020309/pexels-photo-2020309.jpeg?auto=compress&amp;cs=tinysrgb&amp;dpr=2&amp;h=650&amp;w=94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097280"/>
            <a:ext cx="1188720" cy="10058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Talaba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Sun'iy Intellekt Statistikasi</dc:title>
  <dc:subject>Sun'iy Intellekt Statistikasi</dc:subject>
  <dc:creator>Talaba AI</dc:creator>
  <cp:lastModifiedBy>Talaba AI</cp:lastModifiedBy>
  <cp:revision>1</cp:revision>
  <dcterms:created xsi:type="dcterms:W3CDTF">2026-06-03T13:19:38Z</dcterms:created>
  <dcterms:modified xsi:type="dcterms:W3CDTF">2026-06-03T13:19:38Z</dcterms:modified>
</cp:coreProperties>
</file>