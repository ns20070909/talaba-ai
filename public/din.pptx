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18822847/pexels-photo-18822847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Din: Insoniyatning Ma'naviy Asosi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 azaldan insoniyat hayotining ajralmas qismi boʻlib kelgan. U insonlarga ma'naviy yoʻl-yoʻriq, umid va birlikni taqdim etadi, hayotning chuqur savollariga javob izlashga yordam beradi. 🌍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33070988/pexels-photo-33070988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Jamiyat va Madaniyatda Dinning O'rni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 jamiyatning shakllanishida va madaniy qadriyatlarning rivojlanishida muhim rol oʻynaydi. U odamlarni axloqiy tamoyillar atrofida birlashtirib, ijtimoiy tartib va adolatni mustahkamlaydi.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Asosiy funksiyalari: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Axloqiy qadriyatlar: Jamiyatning ahloqiy meʼyorlarini shakllantiradi. 🛡️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Ijtimoiy birlik: Turli guruhlarni umumiy e'tiqod asosida birlashtiradi. 🤝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Madaniy meros: San'at, adabiyot va me'morchilikka ilhom beradi. 🏛️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Dunyo aholisining 85% dan ortig'i biron bir dinga e'tiqod qiladi.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0" y="3017520"/>
            <a:ext cx="0" cy="7315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0" y="26517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35440" y="26517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0" y="26517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https://images.pexels.com/photos/33070988/pexels-photo-33070988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325880"/>
            <a:ext cx="1005840" cy="8229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</dc:title>
  <dc:subject>din</dc:subject>
  <dc:creator>Talaba AI</dc:creator>
  <cp:lastModifiedBy>Talaba AI</cp:lastModifiedBy>
  <cp:revision>1</cp:revision>
  <dcterms:created xsi:type="dcterms:W3CDTF">2026-06-18T14:15:28Z</dcterms:created>
  <dcterms:modified xsi:type="dcterms:W3CDTF">2026-06-18T14:15:28Z</dcterms:modified>
</cp:coreProperties>
</file>