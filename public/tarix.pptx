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Tarixiy tahlilning qaror qabul qilishga ta'siri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An'anaviy</c:v>
                  </c:pt>
                  <c:pt idx="1">
                    <c:v>Tahliliy</c:v>
                  </c:pt>
                  <c:pt idx="2">
                    <c:v>AI-yordamida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50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9665187/pexels-photo-966518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Tarix: O‘tmishdan Kelajakka Sayohat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 — bu shunchaki o‘tgan voqealar emas, balki sivilizatsiyalar rivoji va insoniyat kamolotining murakkab evolyutsiyasidir. Biz tarixni tahlil qilish orqali kelajak yo‘lini belgilaymiz.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Sivilizatsiya Rivojlanish Bosqichlari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Insoniyat taraqqiyoti ketma-ketlik va tizimli o‘zgarishlar asosida shakllangan.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Yozuvning ixtiro qilinishi tarixiy davrning boshlanish nuqtasi hisoblanadi.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778240" y="1828800"/>
            <a:ext cx="0" cy="219456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68512" y="18288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0" y="1801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68512" y="27432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27157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68512" y="36576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0" y="3630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1" name="Image 1" descr="https://images.pexels.com/photos/2020309/pexels-photo-2020309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7141317/pexels-photo-2714131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Tarixiy Tahlil Metodologiyasi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 tarixni obyektiv baholash uchun quyidagi yondashuvlardan foydalanamiz: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Arxeologik dalillarni tahlil qilish 🛡️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Madaniy merosni raqamlashtirish 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Statistik modellashtirish 📈</a:t>
            </a:r>
            <a:endParaRPr lang="en-US" sz="1500" dirty="0"/>
          </a:p>
        </p:txBody>
      </p:sp>
      <p:pic>
        <p:nvPicPr>
          <p:cNvPr id="8" name="Image 1" descr="https://images.pexels.com/photos/27141317/pexels-photo-27141317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4122127/pexels-photo-34122127.pn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Tarix va Kelajak Uzviyligi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 — bu takrorlanuvchi jarayonlar yig‘indisi. O‘tmish saboqlarini anglash orqali biz global muammolarni hal qilish va jamiyatni rivojlantirish uchun zarur bo‘lgan tajribani qo‘lga kiritamiz.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O‘tmishni anglash - kelajak asosi 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Ilmiy yondashuvni rivojlantirish 🧪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 barqarorlikni ta'minlash ⚛️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8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Tarixiy ma'lumotlardan foydalanish qaror qabul qilish aniqligini 40% ga oshiradi.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5" name="Image 1" descr="https://images.pexels.com/photos/34122127/pexels-photo-34122127.pn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tarix</dc:title>
  <dc:subject>tarix</dc:subject>
  <dc:creator>Talaba AI</dc:creator>
  <cp:lastModifiedBy>Talaba AI</cp:lastModifiedBy>
  <cp:revision>1</cp:revision>
  <dcterms:created xsi:type="dcterms:W3CDTF">2026-06-18T13:59:18Z</dcterms:created>
  <dcterms:modified xsi:type="dcterms:W3CDTF">2026-06-18T13:59:18Z</dcterms:modified>
</cp:coreProperties>
</file>